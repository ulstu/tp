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0ACA0-5BB6-A34F-B094-64832CD1C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9A1AD9-4030-4D42-B8BF-FB4A90A9A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7D94DA-A5D6-0A4F-A990-FCD03F235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85690-3833-4F4A-9891-6534A92A4B09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6273A-6329-434E-A3DC-3F38D7500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79D2E6-867A-1A45-A781-6DD49CA8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ED1B-F533-404F-B6DE-60FE4A594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301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78CF01-8726-CA4D-B017-CD9B63CCC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1CAED7-9E6F-1948-A756-6E91F76AB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70B959-19C6-0F48-BA71-7970A6616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85690-3833-4F4A-9891-6534A92A4B09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A23FAF-8AD2-D349-AB52-398C243C7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2C4B4C-8DBB-3E49-BCD5-F0D762082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ED1B-F533-404F-B6DE-60FE4A594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537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91AC2E-1E42-7140-B8A2-0C7C0B289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E14AAE-DAAB-4546-829F-3918517E7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641B8D-14B5-2740-B34C-8AE8AD449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85690-3833-4F4A-9891-6534A92A4B09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13E9F6-34A1-DA4E-B7CC-E15560E13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DCB6FC-EC02-D84B-B45D-7FE829C7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ED1B-F533-404F-B6DE-60FE4A594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330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A53898-2519-D242-8CFE-E3CCB6AB7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D65728-49E5-644B-AFF5-9EF73DD382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EE59DC-1E37-DD46-A703-EADA31FC2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CD5E7C-6E97-A041-9E04-350A8A727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85690-3833-4F4A-9891-6534A92A4B09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6DE849-48F8-964A-B94F-9998BC717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0959CC-DEB5-884E-9E4C-D55ED6AA4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ED1B-F533-404F-B6DE-60FE4A594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99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E42F0-A74D-A143-BF34-8B20BB97F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7AD6BC-D487-6345-92B8-C20D336B7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A7D398-13BE-174D-9B1F-D7A5FF0C7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7820B1A-13E9-BD4C-B460-9626595DF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3199A87-9C47-C948-9DC9-9879111DA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6920115-6C80-4E49-84A0-B8ADF3ECC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85690-3833-4F4A-9891-6534A92A4B09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4DA5CFB-6100-9045-9B3C-EF23163B3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7EEE1E6-7CF9-0848-B76E-6F7BFEAFF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ED1B-F533-404F-B6DE-60FE4A594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333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07FF1F-10B8-AC41-8626-509D96A91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DCBF712-6EF9-B349-9785-7C72EFD70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85690-3833-4F4A-9891-6534A92A4B09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C88741-BE3A-BE43-B369-539E38543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28BCB26-E196-DB4E-BA1C-FA176F1D4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ED1B-F533-404F-B6DE-60FE4A594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856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5898133-C475-654C-9CB4-152299E4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85690-3833-4F4A-9891-6534A92A4B09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90EE91C-F573-F247-9C26-DBF97C1E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22C405-C352-D04C-8EB9-8C779F83C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ED1B-F533-404F-B6DE-60FE4A594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528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B180B7-64ED-4F47-9181-2789C10DB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370BF7-7B2C-8C4B-ACAD-137E2C104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9D7A6C-7909-064C-BE00-FF5206287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BFEEB7-C19B-AC40-8290-1D06F4F23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85690-3833-4F4A-9891-6534A92A4B09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FDB979-5DA9-D041-97F4-131F3FF80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1580AE-B25A-CA40-8924-437EF187A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ED1B-F533-404F-B6DE-60FE4A594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913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3FD28E-11EA-9D4E-BBC1-7DE6ED2E5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6BB2A3-688C-8B49-AF4E-017B82033C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9BD187-B86E-374D-89EE-6866A36C3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96EAC1-68D8-334C-85DA-C7EC1DA2F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85690-3833-4F4A-9891-6534A92A4B09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0B1691-52E6-284A-BD15-1A9A3309C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FCD157-26BD-644D-8E19-B3A4ED6B8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ED1B-F533-404F-B6DE-60FE4A594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981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C71895-25EC-234A-AABD-B217C30B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2F4D2D-31DC-0E4D-90D8-7B79D705C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82F878-6F25-A148-86D7-22789BD8A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85690-3833-4F4A-9891-6534A92A4B09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5299CD-648C-8647-8163-301ECB8FC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AB957E-BA53-B44D-AA41-0F2FEBEC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ED1B-F533-404F-B6DE-60FE4A594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251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3466070-5E98-EF4B-A71D-A5261D252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D6CDCC2-66C9-4944-BEE7-C7822A67E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CB4C04-3551-A147-9788-B07D11361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85690-3833-4F4A-9891-6534A92A4B09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763327-A0D9-0C44-B6D2-CE5671A37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2297D4-7D76-F542-AD6E-441F4D57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BED1B-F533-404F-B6DE-60FE4A594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284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0A3446-8DFF-5C4C-9B0E-F0EBA580F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06D203-6FB0-BF4B-BE68-E840C5693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474EF2-0D8C-1A4F-B15B-956E01C2F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85690-3833-4F4A-9891-6534A92A4B09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5159C1-CED2-5E44-BCF7-399F8984BB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6AD1CB-648E-8A44-A3EE-1341BF79A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BED1B-F533-404F-B6DE-60FE4A594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91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B28506-BBDB-2641-998C-08137028C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080" y="208813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и декораторы.</a:t>
            </a:r>
            <a:br>
              <a:rPr lang="ru-RU" dirty="0"/>
            </a:br>
            <a:r>
              <a:rPr lang="ru-RU" dirty="0"/>
              <a:t>Параллельное программирование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24089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1F0141-AAD9-874A-BE98-C0BCCF8DD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411157-68D1-D64D-BDE6-AD5D37C87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5402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</Words>
  <Application>Microsoft Macintosh PowerPoint</Application>
  <PresentationFormat>Широкоэкранный</PresentationFormat>
  <Paragraphs>1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Методы и декораторы. Параллельное программирование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и декораторы. Параллельное программирование</dc:title>
  <dc:creator>Kirill Svyatov</dc:creator>
  <cp:lastModifiedBy>Kirill Svyatov</cp:lastModifiedBy>
  <cp:revision>1</cp:revision>
  <dcterms:created xsi:type="dcterms:W3CDTF">2021-02-11T09:57:06Z</dcterms:created>
  <dcterms:modified xsi:type="dcterms:W3CDTF">2021-02-11T09:58:46Z</dcterms:modified>
</cp:coreProperties>
</file>