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EF08A-845E-7B48-B6F4-6F6287468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D88F9B-F635-F94D-AF6D-D72ED3CC9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5A6B2A-68C3-4141-9349-CB1B0233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CFDE4F-3A4D-0041-AD1A-3A177EF5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C62607-BADD-E444-B659-85F744CC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16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29A6A-71BD-954C-99B5-12CB7E8A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918226-AAED-D04C-B403-0FC3592D3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9D8AFB-3566-EF48-A4CF-82081F038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824550-EE84-214A-8AB9-AA919FDD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670C7E-226F-2D40-851F-14369E3A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73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15A13-B041-B04A-A177-E564F37B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2E87FF-329E-694F-B858-4E7E474CA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91B032-720A-DF43-B031-329DE517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C27B5E-8BDD-3044-B772-6C479743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D5521-F8B9-0C47-9CBC-3110807C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18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5514E-DCF9-BB44-A764-BB6E1AAF2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498A34-6283-EE49-BF27-53CBD6B12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54E7176-1144-F941-BD5B-8689D7C4C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ECD15D-148D-8C45-B00F-EA8AD1D18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347E15-30FA-DC47-9821-2C039357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A6B0F0-327A-0042-B940-38C396F1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1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1E86AA-8246-D541-9714-6F163A817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343F86-C0C5-DB43-AF28-DD5AA3C76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1DF228-44C9-DE4C-9A7B-C0B5C7336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1B591B4-AB26-C248-BBAA-9032DAE3C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BAAB8CB-9AAF-4B46-B4D8-7B1018134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382829A-ACBC-D840-9217-A46F558B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AF6C672-D22D-0245-8F34-CB7DC830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B9935CF-0F67-DA40-B965-FF2A0EFD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6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FE2F5-EF82-5F4A-B4EC-8CF045B4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17C122F-2932-6E49-BC87-F9869FA9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C592A3-D6ED-4342-A926-C70D05AA9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6711B7-B18E-ED40-8101-6E568CB6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8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5AA830C-74A3-924A-ACD9-EA1E2B8B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7E488BA-F141-224B-81FE-FC1B95D4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3FDFBD-561A-214F-9530-A98866D0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35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A7405-D9FB-C447-BE4A-FE552110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D540E1-861C-2C46-BF90-6DC8CFE6F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6B05B4-8546-9346-9D88-65948584E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6D1B76-BA2F-FA4F-B4E3-48CED771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25CE1F-031E-8E40-A7EF-4D0AE2A5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BBA930-00E9-1C40-A401-8EC5472A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79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0FD9A-7426-E74E-9EE6-2745C0BB7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2039372-D4B1-094C-9946-1A29C4C15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AF9F87-8307-4D42-BDBD-80D7FF9D8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CF45C9-4AD3-774A-A711-3AEBB2E6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B282AE-4B24-8F4C-8B7D-16ACDE44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19BC50-CDD7-3B4F-A7C4-43B94411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64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21FDE-816A-124F-BB8D-AA6DFD51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DA97B8-1DC1-E647-BCA1-5561386B3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5B7482-88FC-2A47-8223-0B140676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FC4F82-15C6-D441-87FD-6D8D49D5E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3CA01B-40A6-5C44-BA1B-D2BCD83E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50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BD7FBE-0896-A04B-A32A-439B5CD57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FFA710-998B-9545-ACDD-E9789A030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48700C-85E6-3549-A138-A802706D0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B6F800-DA48-9948-808A-3898B551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B23101-B957-B94E-B1A2-8037CBDD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2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6F3A8-9FA3-2949-9D48-BCCF3D440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C09A8E-9A2A-CF4D-AB20-63F14B7E7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EB7A05-4C41-F84B-8EB9-04FE54DC6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F7744-91DC-8B4E-B237-427835D33B58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D21D31-55F5-C94D-B96D-E74C376D0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664E74-D03A-4D47-9CD7-E65BB6516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3903D-FEDB-D44E-A8DB-065D307D75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70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41222-03FF-B340-967C-2887A8DEBB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Continuous Integration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175CDD-8F11-5E48-8527-08B8CEF8E5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Непрерывная интеграция</a:t>
            </a:r>
          </a:p>
        </p:txBody>
      </p:sp>
    </p:spTree>
    <p:extLst>
      <p:ext uri="{BB962C8B-B14F-4D97-AF65-F5344CB8AC3E}">
        <p14:creationId xmlns:p14="http://schemas.microsoft.com/office/powerpoint/2010/main" val="3062069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3A671-8C69-0D44-ACAC-4A64D278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54C737-78A7-1145-98C3-68BD55F06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Серверы непрерывной̆ интеграции </a:t>
            </a:r>
            <a:r>
              <a:rPr lang="ru-RU" dirty="0"/>
              <a:t>(</a:t>
            </a:r>
            <a:r>
              <a:rPr lang="en-US" i="1" dirty="0"/>
              <a:t>Continuous integration </a:t>
            </a:r>
            <a:r>
              <a:rPr lang="en-US" dirty="0"/>
              <a:t>(</a:t>
            </a:r>
            <a:r>
              <a:rPr lang="en-US" i="1" dirty="0"/>
              <a:t>CI</a:t>
            </a:r>
            <a:r>
              <a:rPr lang="en-US" dirty="0"/>
              <a:t>) </a:t>
            </a:r>
            <a:r>
              <a:rPr lang="en-US" i="1" dirty="0"/>
              <a:t>servers</a:t>
            </a:r>
            <a:r>
              <a:rPr lang="en-US" dirty="0"/>
              <a:t>) </a:t>
            </a:r>
            <a:r>
              <a:rPr lang="ru-RU" dirty="0"/>
              <a:t>следят за </a:t>
            </a:r>
            <a:r>
              <a:rPr lang="ru-RU" dirty="0" err="1"/>
              <a:t>репозиторием</a:t>
            </a:r>
            <a:r>
              <a:rPr lang="ru-RU" dirty="0"/>
              <a:t> с контролем версий и автоматически запускают наборы тестов при каждом новом </a:t>
            </a:r>
            <a:r>
              <a:rPr lang="ru-RU" dirty="0" err="1"/>
              <a:t>коммите</a:t>
            </a:r>
            <a:r>
              <a:rPr lang="ru-RU" dirty="0"/>
              <a:t>, возможно, на самых разных платформах. Они могут уведомить разработчиков, когда они вызвали сбой некоторых тестов, дать обзор истории тестового задания и визуализировать данные трендов, таких как тестовое покрытие. </a:t>
            </a:r>
          </a:p>
          <a:p>
            <a:endParaRPr lang="ru-RU" dirty="0"/>
          </a:p>
          <a:p>
            <a:r>
              <a:rPr lang="en-US" dirty="0"/>
              <a:t>Jenkins, </a:t>
            </a:r>
            <a:r>
              <a:rPr lang="en-US" dirty="0" err="1"/>
              <a:t>Buildbot</a:t>
            </a:r>
            <a:r>
              <a:rPr lang="en-US" dirty="0"/>
              <a:t>, Cruise Control, JetBrains TeamCity, Atlassian’s Bamboo, </a:t>
            </a:r>
            <a:r>
              <a:rPr lang="en-US" dirty="0" err="1"/>
              <a:t>Github</a:t>
            </a:r>
            <a:r>
              <a:rPr lang="en-US" dirty="0"/>
              <a:t> Travis, Gitlab CI, Azure CI, 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0816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91</Words>
  <Application>Microsoft Macintosh PowerPoint</Application>
  <PresentationFormat>Широкоэкранный</PresentationFormat>
  <Paragraphs>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Continuous Integration</vt:lpstr>
      <vt:lpstr>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Integration</dc:title>
  <dc:creator>Kirill Svyatov</dc:creator>
  <cp:lastModifiedBy>Kirill Svyatov</cp:lastModifiedBy>
  <cp:revision>2</cp:revision>
  <dcterms:created xsi:type="dcterms:W3CDTF">2021-02-25T06:22:25Z</dcterms:created>
  <dcterms:modified xsi:type="dcterms:W3CDTF">2021-02-25T07:09:40Z</dcterms:modified>
</cp:coreProperties>
</file>